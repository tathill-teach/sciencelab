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7bdd029d38d8f58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h7bdd029d38d8f58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7bdd029d38d8f58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7bdd029d38d8f58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7bdd029d38d8f58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7bdd029d38d8f58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7bdd029d38d8f58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7bdd029d38d8f58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7bdd029d38d8f58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7bdd029d38d8f5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7bdd029d38d8f58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7bdd029d38d8f58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7bdd029d38d8f58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7bdd029d38d8f58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7bdd029d38d8f58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7bdd029d38d8f58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7bdd029d38d8f58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7bdd029d38d8f58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7bdd029d38d8f58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7bdd029d38d8f58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